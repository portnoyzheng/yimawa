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FF7A1A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FF7A1A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cus8"/>
          <p:cNvSpPr/>
          <p:nvPr/>
        </p:nvSpPr>
        <p:spPr>
          <a:xfrm>
            <a:off x="5600000" y="850000"/>
            <a:ext cx="520000" cy="520000"/>
          </a:xfrm>
          <a:prstGeom prst="ellipse">
            <a:avLst/>
          </a:prstGeom>
          <a:solidFill>
            <a:srgbClr val="FF7A1A">
              <a:alpha val="9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cus9"/>
          <p:cNvSpPr/>
          <p:nvPr/>
        </p:nvSpPr>
        <p:spPr>
          <a:xfrm>
            <a:off x="5450000" y="1180000"/>
            <a:ext cx="820000" cy="820000"/>
          </a:xfrm>
          <a:prstGeom prst="ellipse">
            <a:avLst/>
          </a:prstGeom>
          <a:solidFill>
            <a:srgbClr val="FF7A1A">
              <a:alpha val="2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07111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4495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F8FBFF"/>
                </a:solidFill>
                <a:latin typeface="Noto Sans TC"/>
                <a:ea typeface="Noto Sans TC"/>
              </a:rPr>
              <a:t>15 歲，</a:t>
            </a:r>
            <a:br/>
            <a:r>
              <a:rPr lang="zh-TW" sz="5600" b="1">
                <a:solidFill>
                  <a:srgbClr val="F8FBFF"/>
                </a:solidFill>
                <a:latin typeface="Noto Sans TC"/>
                <a:ea typeface="Noto Sans TC"/>
              </a:rPr>
              <a:t>我燒掉考卷</a:t>
            </a:r>
          </a:p>
        </p:txBody>
      </p:sp>
      <p:sp>
        <p:nvSpPr>
          <p:cNvPr id="11634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F8FBFF"/>
                </a:solidFill>
                <a:latin typeface="Noto Sans TC"/>
                <a:ea typeface="Noto Sans TC"/>
              </a:rPr>
              <a:t>一小團火</a:t>
            </a:r>
          </a:p>
        </p:txBody>
      </p:sp>
      <p:sp>
        <p:nvSpPr>
          <p:cNvPr id="66370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FF7A1A"/>
                </a:solidFill>
                <a:latin typeface="Noto Sans TC"/>
                <a:ea typeface="Noto Sans TC"/>
              </a:rPr>
              <a:t>01/22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1D4ED8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1D4ED8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cus8"/>
          <p:cNvSpPr/>
          <p:nvPr/>
        </p:nvSpPr>
        <p:spPr>
          <a:xfrm>
            <a:off x="5750000" y="900000"/>
            <a:ext cx="620000" cy="620000"/>
          </a:xfrm>
          <a:prstGeom prst="ellipse">
            <a:avLst/>
          </a:prstGeom>
          <a:solidFill>
            <a:srgbClr val="1D4ED8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cus9"/>
          <p:cNvSpPr/>
          <p:nvPr/>
        </p:nvSpPr>
        <p:spPr>
          <a:xfrm>
            <a:off x="5960000" y="1110000"/>
            <a:ext cx="200000" cy="200000"/>
          </a:xfrm>
          <a:prstGeom prst="ellipse">
            <a:avLst/>
          </a:prstGeom>
          <a:solidFill>
            <a:srgbClr val="1D4ED8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0B1726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9918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F8FBFF"/>
                </a:solidFill>
                <a:latin typeface="Noto Sans TC"/>
                <a:ea typeface="Noto Sans TC"/>
              </a:rPr>
              <a:t>我以為自己</a:t>
            </a:r>
            <a:br/>
            <a:r>
              <a:rPr lang="zh-TW" sz="5600" b="1">
                <a:solidFill>
                  <a:srgbClr val="F8FBFF"/>
                </a:solidFill>
                <a:latin typeface="Noto Sans TC"/>
                <a:ea typeface="Noto Sans TC"/>
              </a:rPr>
              <a:t>討厭知識</a:t>
            </a:r>
          </a:p>
        </p:txBody>
      </p:sp>
      <p:sp>
        <p:nvSpPr>
          <p:cNvPr id="51808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F8FBFF"/>
                </a:solidFill>
                <a:latin typeface="Noto Sans TC"/>
                <a:ea typeface="Noto Sans TC"/>
              </a:rPr>
              <a:t>其實我討厭的是判決</a:t>
            </a:r>
          </a:p>
        </p:txBody>
      </p:sp>
      <p:sp>
        <p:nvSpPr>
          <p:cNvPr id="29452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1D4ED8"/>
                </a:solidFill>
                <a:latin typeface="Noto Sans TC"/>
                <a:ea typeface="Noto Sans TC"/>
              </a:rPr>
              <a:t>02/22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DCEB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0A5FB4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0A5FB4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cus8"/>
          <p:cNvSpPr/>
          <p:nvPr/>
        </p:nvSpPr>
        <p:spPr>
          <a:xfrm>
            <a:off x="5750000" y="900000"/>
            <a:ext cx="620000" cy="620000"/>
          </a:xfrm>
          <a:prstGeom prst="ellipse">
            <a:avLst/>
          </a:prstGeom>
          <a:solidFill>
            <a:srgbClr val="0A5FB4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cus9"/>
          <p:cNvSpPr/>
          <p:nvPr/>
        </p:nvSpPr>
        <p:spPr>
          <a:xfrm>
            <a:off x="5960000" y="1110000"/>
            <a:ext cx="200000" cy="200000"/>
          </a:xfrm>
          <a:prstGeom prst="ellipse">
            <a:avLst/>
          </a:prstGeom>
          <a:solidFill>
            <a:srgbClr val="0A5FB4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F8FB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7251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成績是測量，</a:t>
            </a:r>
            <a:br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不是身分證</a:t>
            </a:r>
          </a:p>
        </p:txBody>
      </p:sp>
      <p:sp>
        <p:nvSpPr>
          <p:cNvPr id="54995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0F2133"/>
                </a:solidFill>
                <a:latin typeface="Noto Sans TC"/>
                <a:ea typeface="Noto Sans TC"/>
              </a:rPr>
              <a:t>測量結果不該變成人的身分</a:t>
            </a:r>
          </a:p>
        </p:txBody>
      </p:sp>
      <p:sp>
        <p:nvSpPr>
          <p:cNvPr id="56735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0A5FB4"/>
                </a:solidFill>
                <a:latin typeface="Noto Sans TC"/>
                <a:ea typeface="Noto Sans TC"/>
              </a:rPr>
              <a:t>03/22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9BE8FF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9BE8FF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cus8"/>
          <p:cNvSpPr/>
          <p:nvPr/>
        </p:nvSpPr>
        <p:spPr>
          <a:xfrm>
            <a:off x="5750000" y="900000"/>
            <a:ext cx="620000" cy="620000"/>
          </a:xfrm>
          <a:prstGeom prst="ellipse">
            <a:avLst/>
          </a:prstGeom>
          <a:solidFill>
            <a:srgbClr val="9BE8FF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cus9"/>
          <p:cNvSpPr/>
          <p:nvPr/>
        </p:nvSpPr>
        <p:spPr>
          <a:xfrm>
            <a:off x="5960000" y="1110000"/>
            <a:ext cx="200000" cy="200000"/>
          </a:xfrm>
          <a:prstGeom prst="ellipse">
            <a:avLst/>
          </a:prstGeom>
          <a:solidFill>
            <a:srgbClr val="9BE8FF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0A4F9E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3442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FFFFFF"/>
                </a:solidFill>
                <a:latin typeface="Noto Sans TC"/>
                <a:ea typeface="Noto Sans TC"/>
              </a:rPr>
              <a:t>真正的轉折，</a:t>
            </a:r>
            <a:br/>
            <a:r>
              <a:rPr lang="zh-TW" sz="5600" b="1">
                <a:solidFill>
                  <a:srgbClr val="FFFFFF"/>
                </a:solidFill>
                <a:latin typeface="Noto Sans TC"/>
                <a:ea typeface="Noto Sans TC"/>
              </a:rPr>
              <a:t>在研究所</a:t>
            </a:r>
          </a:p>
        </p:txBody>
      </p:sp>
      <p:sp>
        <p:nvSpPr>
          <p:cNvPr id="89564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FFFFFF"/>
                </a:solidFill>
                <a:latin typeface="Noto Sans TC"/>
                <a:ea typeface="Noto Sans TC"/>
              </a:rPr>
              <a:t>社會現場逼我重新面對知識</a:t>
            </a:r>
          </a:p>
        </p:txBody>
      </p:sp>
      <p:sp>
        <p:nvSpPr>
          <p:cNvPr id="86026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9BE8FF"/>
                </a:solidFill>
                <a:latin typeface="Noto Sans TC"/>
                <a:ea typeface="Noto Sans TC"/>
              </a:rPr>
              <a:t>04/22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B3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FFB020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FFB020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cus8"/>
          <p:cNvSpPr/>
          <p:nvPr/>
        </p:nvSpPr>
        <p:spPr>
          <a:xfrm>
            <a:off x="5750000" y="900000"/>
            <a:ext cx="620000" cy="620000"/>
          </a:xfrm>
          <a:prstGeom prst="ellipse">
            <a:avLst/>
          </a:prstGeom>
          <a:solidFill>
            <a:srgbClr val="FFB020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cus9"/>
          <p:cNvSpPr/>
          <p:nvPr/>
        </p:nvSpPr>
        <p:spPr>
          <a:xfrm>
            <a:off x="5960000" y="1110000"/>
            <a:ext cx="200000" cy="200000"/>
          </a:xfrm>
          <a:prstGeom prst="ellipse">
            <a:avLst/>
          </a:prstGeom>
          <a:solidFill>
            <a:srgbClr val="FFB020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061B33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9694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FFFFFF"/>
                </a:solidFill>
                <a:latin typeface="Noto Sans TC"/>
                <a:ea typeface="Noto Sans TC"/>
              </a:rPr>
              <a:t>站隊很快，</a:t>
            </a:r>
            <a:br/>
            <a:r>
              <a:rPr lang="zh-TW" sz="5600" b="1">
                <a:solidFill>
                  <a:srgbClr val="FFFFFF"/>
                </a:solidFill>
                <a:latin typeface="Noto Sans TC"/>
                <a:ea typeface="Noto Sans TC"/>
              </a:rPr>
              <a:t>理解很慢</a:t>
            </a:r>
          </a:p>
        </p:txBody>
      </p:sp>
      <p:sp>
        <p:nvSpPr>
          <p:cNvPr id="75877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FFFFFF"/>
                </a:solidFill>
                <a:latin typeface="Noto Sans TC"/>
                <a:ea typeface="Noto Sans TC"/>
              </a:rPr>
              <a:t>情緒很滿，證據很薄</a:t>
            </a:r>
          </a:p>
        </p:txBody>
      </p:sp>
      <p:sp>
        <p:nvSpPr>
          <p:cNvPr id="48673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FFB020"/>
                </a:solidFill>
                <a:latin typeface="Noto Sans TC"/>
                <a:ea typeface="Noto Sans TC"/>
              </a:rPr>
              <a:t>05/22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DCEB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0A5FB4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0A5FB4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cus8"/>
          <p:cNvSpPr/>
          <p:nvPr/>
        </p:nvSpPr>
        <p:spPr>
          <a:xfrm>
            <a:off x="5750000" y="900000"/>
            <a:ext cx="620000" cy="620000"/>
          </a:xfrm>
          <a:prstGeom prst="ellipse">
            <a:avLst/>
          </a:prstGeom>
          <a:solidFill>
            <a:srgbClr val="0A5FB4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cus9"/>
          <p:cNvSpPr/>
          <p:nvPr/>
        </p:nvSpPr>
        <p:spPr>
          <a:xfrm>
            <a:off x="5960000" y="1110000"/>
            <a:ext cx="200000" cy="200000"/>
          </a:xfrm>
          <a:prstGeom prst="ellipse">
            <a:avLst/>
          </a:prstGeom>
          <a:solidFill>
            <a:srgbClr val="0A5FB4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F8FB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0495" name="title"/>
          <p:cNvSpPr txBox="1"/>
          <p:nvPr/>
        </p:nvSpPr>
        <p:spPr>
          <a:xfrm>
            <a:off x="1450000" y="210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學習型態翻轉</a:t>
            </a:r>
          </a:p>
        </p:txBody>
      </p:sp>
      <p:sp>
        <p:nvSpPr>
          <p:cNvPr id="95599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0F2133"/>
                </a:solidFill>
                <a:latin typeface="Noto Sans TC"/>
                <a:ea typeface="Noto Sans TC"/>
              </a:rPr>
              <a:t>從被判分，到提出問題</a:t>
            </a:r>
          </a:p>
        </p:txBody>
      </p:sp>
      <p:sp>
        <p:nvSpPr>
          <p:cNvPr id="22807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0A5FB4"/>
                </a:solidFill>
                <a:latin typeface="Noto Sans TC"/>
                <a:ea typeface="Noto Sans TC"/>
              </a:rPr>
              <a:t>06/22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DCEB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0A5FB4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0A5FB4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cus8"/>
          <p:cNvSpPr/>
          <p:nvPr/>
        </p:nvSpPr>
        <p:spPr>
          <a:xfrm>
            <a:off x="5750000" y="900000"/>
            <a:ext cx="620000" cy="620000"/>
          </a:xfrm>
          <a:prstGeom prst="ellipse">
            <a:avLst/>
          </a:prstGeom>
          <a:solidFill>
            <a:srgbClr val="0A5FB4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cus9"/>
          <p:cNvSpPr/>
          <p:nvPr/>
        </p:nvSpPr>
        <p:spPr>
          <a:xfrm>
            <a:off x="5960000" y="1110000"/>
            <a:ext cx="200000" cy="200000"/>
          </a:xfrm>
          <a:prstGeom prst="ellipse">
            <a:avLst/>
          </a:prstGeom>
          <a:solidFill>
            <a:srgbClr val="0A5FB4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F8FB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4525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我重新拾回</a:t>
            </a:r>
            <a:br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學習動力</a:t>
            </a:r>
          </a:p>
        </p:txBody>
      </p:sp>
      <p:sp>
        <p:nvSpPr>
          <p:cNvPr id="28623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0F2133"/>
                </a:solidFill>
                <a:latin typeface="Noto Sans TC"/>
                <a:ea typeface="Noto Sans TC"/>
              </a:rPr>
              <a:t>問題變多，世界反而打開</a:t>
            </a:r>
          </a:p>
        </p:txBody>
      </p:sp>
      <p:sp>
        <p:nvSpPr>
          <p:cNvPr id="22916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0A5FB4"/>
                </a:solidFill>
                <a:latin typeface="Noto Sans TC"/>
                <a:ea typeface="Noto Sans TC"/>
              </a:rPr>
              <a:t>07/22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DCEB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00A7C4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00A7C4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8"/>
          <p:cNvSpPr/>
          <p:nvPr/>
        </p:nvSpPr>
        <p:spPr>
          <a:xfrm>
            <a:off x="5050000" y="1040000"/>
            <a:ext cx="2100000" cy="36000"/>
          </a:xfrm>
          <a:prstGeom prst="rect">
            <a:avLst/>
          </a:prstGeom>
          <a:solidFill>
            <a:srgbClr val="00A7C4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hape9"/>
          <p:cNvSpPr/>
          <p:nvPr/>
        </p:nvSpPr>
        <p:spPr>
          <a:xfrm>
            <a:off x="6080000" y="620000"/>
            <a:ext cx="36000" cy="860000"/>
          </a:xfrm>
          <a:prstGeom prst="rect">
            <a:avLst/>
          </a:prstGeom>
          <a:solidFill>
            <a:srgbClr val="00A7C4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focus10"/>
          <p:cNvSpPr/>
          <p:nvPr/>
        </p:nvSpPr>
        <p:spPr>
          <a:xfrm>
            <a:off x="5930000" y="900000"/>
            <a:ext cx="330000" cy="330000"/>
          </a:xfrm>
          <a:prstGeom prst="ellipse">
            <a:avLst/>
          </a:prstGeom>
          <a:solidFill>
            <a:srgbClr val="00A7C4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2759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科學素養：</a:t>
            </a:r>
            <a:br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面對未知的方法</a:t>
            </a:r>
          </a:p>
        </p:txBody>
      </p:sp>
      <p:sp>
        <p:nvSpPr>
          <p:cNvPr id="6761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0F2133"/>
                </a:solidFill>
                <a:latin typeface="Noto Sans TC"/>
                <a:ea typeface="Noto Sans TC"/>
              </a:rPr>
              <a:t>不是背答案，是處理不確定</a:t>
            </a:r>
          </a:p>
        </p:txBody>
      </p:sp>
      <p:sp>
        <p:nvSpPr>
          <p:cNvPr id="46894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00A7C4"/>
                </a:solidFill>
                <a:latin typeface="Noto Sans TC"/>
                <a:ea typeface="Noto Sans TC"/>
              </a:rPr>
              <a:t>08/22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DCEB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00A7C4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00A7C4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8"/>
          <p:cNvSpPr/>
          <p:nvPr/>
        </p:nvSpPr>
        <p:spPr>
          <a:xfrm>
            <a:off x="5050000" y="1040000"/>
            <a:ext cx="2100000" cy="36000"/>
          </a:xfrm>
          <a:prstGeom prst="rect">
            <a:avLst/>
          </a:prstGeom>
          <a:solidFill>
            <a:srgbClr val="00A7C4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hape9"/>
          <p:cNvSpPr/>
          <p:nvPr/>
        </p:nvSpPr>
        <p:spPr>
          <a:xfrm>
            <a:off x="6080000" y="620000"/>
            <a:ext cx="36000" cy="860000"/>
          </a:xfrm>
          <a:prstGeom prst="rect">
            <a:avLst/>
          </a:prstGeom>
          <a:solidFill>
            <a:srgbClr val="00A7C4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focus10"/>
          <p:cNvSpPr/>
          <p:nvPr/>
        </p:nvSpPr>
        <p:spPr>
          <a:xfrm>
            <a:off x="5930000" y="900000"/>
            <a:ext cx="330000" cy="330000"/>
          </a:xfrm>
          <a:prstGeom prst="ellipse">
            <a:avLst/>
          </a:prstGeom>
          <a:solidFill>
            <a:srgbClr val="00A7C4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4192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科學的脾氣：</a:t>
            </a:r>
            <a:br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晚一點下結論</a:t>
            </a:r>
          </a:p>
        </p:txBody>
      </p:sp>
      <p:sp>
        <p:nvSpPr>
          <p:cNvPr id="30438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0F2133"/>
                </a:solidFill>
                <a:latin typeface="Noto Sans TC"/>
                <a:ea typeface="Noto Sans TC"/>
              </a:rPr>
              <a:t>先觀察，再推論，再修正</a:t>
            </a:r>
          </a:p>
        </p:txBody>
      </p:sp>
      <p:sp>
        <p:nvSpPr>
          <p:cNvPr id="4302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00A7C4"/>
                </a:solidFill>
                <a:latin typeface="Noto Sans TC"/>
                <a:ea typeface="Noto Sans TC"/>
              </a:rPr>
              <a:t>09/22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0069C9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0069C9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8"/>
          <p:cNvSpPr/>
          <p:nvPr/>
        </p:nvSpPr>
        <p:spPr>
          <a:xfrm>
            <a:off x="5000000" y="1060000"/>
            <a:ext cx="2200000" cy="180000"/>
          </a:xfrm>
          <a:prstGeom prst="rect">
            <a:avLst/>
          </a:prstGeom>
          <a:solidFill>
            <a:srgbClr val="0069C9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hape9"/>
          <p:cNvSpPr/>
          <p:nvPr/>
        </p:nvSpPr>
        <p:spPr>
          <a:xfrm>
            <a:off x="5450000" y="760000"/>
            <a:ext cx="1300000" cy="780000"/>
          </a:xfrm>
          <a:prstGeom prst="rect">
            <a:avLst/>
          </a:prstGeom>
          <a:solidFill>
            <a:srgbClr val="0069C9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EFF7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0932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4800" b="1">
                <a:solidFill>
                  <a:srgbClr val="0F2133"/>
                </a:solidFill>
                <a:latin typeface="Noto Sans TC"/>
                <a:ea typeface="Noto Sans TC"/>
              </a:rPr>
              <a:t>從理解世界，</a:t>
            </a:r>
            <a:br/>
            <a:r>
              <a:rPr lang="zh-TW" sz="4800" b="1">
                <a:solidFill>
                  <a:srgbClr val="0F2133"/>
                </a:solidFill>
                <a:latin typeface="Noto Sans TC"/>
                <a:ea typeface="Noto Sans TC"/>
              </a:rPr>
              <a:t>到把世界講清楚</a:t>
            </a:r>
          </a:p>
        </p:txBody>
      </p:sp>
      <p:sp>
        <p:nvSpPr>
          <p:cNvPr id="51319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0F2133"/>
                </a:solidFill>
                <a:latin typeface="Noto Sans TC"/>
                <a:ea typeface="Noto Sans TC"/>
              </a:rPr>
              <a:t>科學傳播，是把問題變成入口</a:t>
            </a:r>
          </a:p>
        </p:txBody>
      </p:sp>
      <p:sp>
        <p:nvSpPr>
          <p:cNvPr id="38215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0069C9"/>
                </a:solidFill>
                <a:latin typeface="Noto Sans TC"/>
                <a:ea typeface="Noto Sans TC"/>
              </a:rP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DCEB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1D4ED8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1D4ED8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8"/>
          <p:cNvSpPr/>
          <p:nvPr/>
        </p:nvSpPr>
        <p:spPr>
          <a:xfrm>
            <a:off x="5000000" y="1060000"/>
            <a:ext cx="2200000" cy="180000"/>
          </a:xfrm>
          <a:prstGeom prst="rect">
            <a:avLst/>
          </a:prstGeom>
          <a:solidFill>
            <a:srgbClr val="1D4ED8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hape9"/>
          <p:cNvSpPr/>
          <p:nvPr/>
        </p:nvSpPr>
        <p:spPr>
          <a:xfrm>
            <a:off x="5450000" y="760000"/>
            <a:ext cx="1300000" cy="780000"/>
          </a:xfrm>
          <a:prstGeom prst="rect">
            <a:avLst/>
          </a:prstGeom>
          <a:solidFill>
            <a:srgbClr val="1D4ED8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1651" name="title"/>
          <p:cNvSpPr txBox="1"/>
          <p:nvPr/>
        </p:nvSpPr>
        <p:spPr>
          <a:xfrm>
            <a:off x="1450000" y="210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知識有不同速度</a:t>
            </a:r>
          </a:p>
        </p:txBody>
      </p:sp>
      <p:sp>
        <p:nvSpPr>
          <p:cNvPr id="5659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0F2133"/>
                </a:solidFill>
                <a:latin typeface="Noto Sans TC"/>
                <a:ea typeface="Noto Sans TC"/>
              </a:rPr>
              <a:t>長文、短片、社群、活動，各有任務</a:t>
            </a:r>
          </a:p>
        </p:txBody>
      </p:sp>
      <p:sp>
        <p:nvSpPr>
          <p:cNvPr id="1819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1D4ED8"/>
                </a:solidFill>
                <a:latin typeface="Noto Sans TC"/>
                <a:ea typeface="Noto Sans TC"/>
              </a:rPr>
              <a:t>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DCEB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1D4ED8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1D4ED8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8"/>
          <p:cNvSpPr/>
          <p:nvPr/>
        </p:nvSpPr>
        <p:spPr>
          <a:xfrm>
            <a:off x="5000000" y="1060000"/>
            <a:ext cx="2200000" cy="180000"/>
          </a:xfrm>
          <a:prstGeom prst="rect">
            <a:avLst/>
          </a:prstGeom>
          <a:solidFill>
            <a:srgbClr val="1D4ED8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hape9"/>
          <p:cNvSpPr/>
          <p:nvPr/>
        </p:nvSpPr>
        <p:spPr>
          <a:xfrm>
            <a:off x="5450000" y="760000"/>
            <a:ext cx="1300000" cy="780000"/>
          </a:xfrm>
          <a:prstGeom prst="rect">
            <a:avLst/>
          </a:prstGeom>
          <a:solidFill>
            <a:srgbClr val="1D4ED8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735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15 分鐘，</a:t>
            </a:r>
            <a:br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抓住大脈絡</a:t>
            </a:r>
          </a:p>
        </p:txBody>
      </p:sp>
      <p:sp>
        <p:nvSpPr>
          <p:cNvPr id="200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0F2133"/>
                </a:solidFill>
                <a:latin typeface="Noto Sans TC"/>
                <a:ea typeface="Noto Sans TC"/>
              </a:rPr>
              <a:t>先讓觀眾知道自己正在看什麼</a:t>
            </a:r>
          </a:p>
        </p:txBody>
      </p:sp>
      <p:sp>
        <p:nvSpPr>
          <p:cNvPr id="49366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1D4ED8"/>
                </a:solidFill>
                <a:latin typeface="Noto Sans TC"/>
                <a:ea typeface="Noto Sans TC"/>
              </a:rPr>
              <a:t>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DCEB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1D4ED8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1D4ED8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8"/>
          <p:cNvSpPr/>
          <p:nvPr/>
        </p:nvSpPr>
        <p:spPr>
          <a:xfrm>
            <a:off x="5000000" y="1060000"/>
            <a:ext cx="2200000" cy="180000"/>
          </a:xfrm>
          <a:prstGeom prst="rect">
            <a:avLst/>
          </a:prstGeom>
          <a:solidFill>
            <a:srgbClr val="1D4ED8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hape9"/>
          <p:cNvSpPr/>
          <p:nvPr/>
        </p:nvSpPr>
        <p:spPr>
          <a:xfrm>
            <a:off x="5450000" y="760000"/>
            <a:ext cx="1300000" cy="780000"/>
          </a:xfrm>
          <a:prstGeom prst="rect">
            <a:avLst/>
          </a:prstGeom>
          <a:solidFill>
            <a:srgbClr val="1D4ED8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6549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3 分鐘，</a:t>
            </a:r>
            <a:br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掌握新研究</a:t>
            </a:r>
          </a:p>
        </p:txBody>
      </p:sp>
      <p:sp>
        <p:nvSpPr>
          <p:cNvPr id="49049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0F2133"/>
                </a:solidFill>
                <a:latin typeface="Noto Sans TC"/>
                <a:ea typeface="Noto Sans TC"/>
              </a:rPr>
              <a:t>快速不等於草率</a:t>
            </a:r>
          </a:p>
        </p:txBody>
      </p:sp>
      <p:sp>
        <p:nvSpPr>
          <p:cNvPr id="93033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1D4ED8"/>
                </a:solidFill>
                <a:latin typeface="Noto Sans TC"/>
                <a:ea typeface="Noto Sans TC"/>
              </a:rPr>
              <a:t>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B3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18A0D8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18A0D8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cus8"/>
          <p:cNvSpPr/>
          <p:nvPr/>
        </p:nvSpPr>
        <p:spPr>
          <a:xfrm>
            <a:off x="5750000" y="900000"/>
            <a:ext cx="620000" cy="620000"/>
          </a:xfrm>
          <a:prstGeom prst="ellipse">
            <a:avLst/>
          </a:prstGeom>
          <a:solidFill>
            <a:srgbClr val="18A0D8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cus9"/>
          <p:cNvSpPr/>
          <p:nvPr/>
        </p:nvSpPr>
        <p:spPr>
          <a:xfrm>
            <a:off x="5960000" y="1110000"/>
            <a:ext cx="200000" cy="200000"/>
          </a:xfrm>
          <a:prstGeom prst="ellipse">
            <a:avLst/>
          </a:prstGeom>
          <a:solidFill>
            <a:srgbClr val="18A0D8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061B33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6662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FFFFFF"/>
                </a:solidFill>
                <a:latin typeface="Noto Sans TC"/>
                <a:ea typeface="Noto Sans TC"/>
              </a:rPr>
              <a:t>慢下來，</a:t>
            </a:r>
            <a:br/>
            <a:r>
              <a:rPr lang="zh-TW" sz="5600" b="1">
                <a:solidFill>
                  <a:srgbClr val="FFFFFF"/>
                </a:solidFill>
                <a:latin typeface="Noto Sans TC"/>
                <a:ea typeface="Noto Sans TC"/>
              </a:rPr>
              <a:t>也是一種科學態度</a:t>
            </a:r>
          </a:p>
        </p:txBody>
      </p:sp>
      <p:sp>
        <p:nvSpPr>
          <p:cNvPr id="45480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FFFFFF"/>
                </a:solidFill>
                <a:latin typeface="Noto Sans TC"/>
                <a:ea typeface="Noto Sans TC"/>
              </a:rPr>
              <a:t>讓資訊沉澱成判斷</a:t>
            </a:r>
          </a:p>
        </p:txBody>
      </p:sp>
      <p:sp>
        <p:nvSpPr>
          <p:cNvPr id="44075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18A0D8"/>
                </a:solidFill>
                <a:latin typeface="Noto Sans TC"/>
                <a:ea typeface="Noto Sans TC"/>
              </a:rPr>
              <a:t>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DCEB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00A7C4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00A7C4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8"/>
          <p:cNvSpPr/>
          <p:nvPr/>
        </p:nvSpPr>
        <p:spPr>
          <a:xfrm>
            <a:off x="5000000" y="1060000"/>
            <a:ext cx="2200000" cy="180000"/>
          </a:xfrm>
          <a:prstGeom prst="rect">
            <a:avLst/>
          </a:prstGeom>
          <a:solidFill>
            <a:srgbClr val="00A7C4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hape9"/>
          <p:cNvSpPr/>
          <p:nvPr/>
        </p:nvSpPr>
        <p:spPr>
          <a:xfrm>
            <a:off x="5450000" y="760000"/>
            <a:ext cx="1300000" cy="780000"/>
          </a:xfrm>
          <a:prstGeom prst="rect">
            <a:avLst/>
          </a:prstGeom>
          <a:solidFill>
            <a:srgbClr val="00A7C4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F8FB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6563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內容格式，</a:t>
            </a:r>
            <a:br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其實是理解工具</a:t>
            </a:r>
          </a:p>
        </p:txBody>
      </p:sp>
      <p:sp>
        <p:nvSpPr>
          <p:cNvPr id="66181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0F2133"/>
                </a:solidFill>
                <a:latin typeface="Noto Sans TC"/>
                <a:ea typeface="Noto Sans TC"/>
              </a:rPr>
              <a:t>形式不是包裝，是認知路徑</a:t>
            </a:r>
          </a:p>
        </p:txBody>
      </p:sp>
      <p:sp>
        <p:nvSpPr>
          <p:cNvPr id="40415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00A7C4"/>
                </a:solidFill>
                <a:latin typeface="Noto Sans TC"/>
                <a:ea typeface="Noto Sans TC"/>
              </a:rPr>
              <a:t>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0069C9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0069C9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8"/>
          <p:cNvSpPr/>
          <p:nvPr/>
        </p:nvSpPr>
        <p:spPr>
          <a:xfrm>
            <a:off x="5000000" y="1060000"/>
            <a:ext cx="2200000" cy="180000"/>
          </a:xfrm>
          <a:prstGeom prst="rect">
            <a:avLst/>
          </a:prstGeom>
          <a:solidFill>
            <a:srgbClr val="0069C9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hape9"/>
          <p:cNvSpPr/>
          <p:nvPr/>
        </p:nvSpPr>
        <p:spPr>
          <a:xfrm>
            <a:off x="5450000" y="760000"/>
            <a:ext cx="1300000" cy="780000"/>
          </a:xfrm>
          <a:prstGeom prst="rect">
            <a:avLst/>
          </a:prstGeom>
          <a:solidFill>
            <a:srgbClr val="0069C9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EFF7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050" name="title"/>
          <p:cNvSpPr txBox="1"/>
          <p:nvPr/>
        </p:nvSpPr>
        <p:spPr>
          <a:xfrm>
            <a:off x="1450000" y="210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比喻是鷹架</a:t>
            </a:r>
          </a:p>
        </p:txBody>
      </p:sp>
      <p:sp>
        <p:nvSpPr>
          <p:cNvPr id="29432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0F2133"/>
                </a:solidFill>
                <a:latin typeface="Noto Sans TC"/>
                <a:ea typeface="Noto Sans TC"/>
              </a:rPr>
              <a:t>站穩之後，鷹架就該拆掉</a:t>
            </a:r>
          </a:p>
        </p:txBody>
      </p:sp>
      <p:sp>
        <p:nvSpPr>
          <p:cNvPr id="4351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0069C9"/>
                </a:solidFill>
                <a:latin typeface="Noto Sans TC"/>
                <a:ea typeface="Noto Sans TC"/>
              </a:rPr>
              <a:t>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B3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18A0D8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18A0D8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8"/>
          <p:cNvSpPr/>
          <p:nvPr/>
        </p:nvSpPr>
        <p:spPr>
          <a:xfrm>
            <a:off x="5050000" y="1040000"/>
            <a:ext cx="2100000" cy="36000"/>
          </a:xfrm>
          <a:prstGeom prst="rect">
            <a:avLst/>
          </a:prstGeom>
          <a:solidFill>
            <a:srgbClr val="18A0D8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hape9"/>
          <p:cNvSpPr/>
          <p:nvPr/>
        </p:nvSpPr>
        <p:spPr>
          <a:xfrm>
            <a:off x="6080000" y="620000"/>
            <a:ext cx="36000" cy="860000"/>
          </a:xfrm>
          <a:prstGeom prst="rect">
            <a:avLst/>
          </a:prstGeom>
          <a:solidFill>
            <a:srgbClr val="18A0D8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focus10"/>
          <p:cNvSpPr/>
          <p:nvPr/>
        </p:nvSpPr>
        <p:spPr>
          <a:xfrm>
            <a:off x="5930000" y="900000"/>
            <a:ext cx="330000" cy="330000"/>
          </a:xfrm>
          <a:prstGeom prst="ellipse">
            <a:avLst/>
          </a:prstGeom>
          <a:solidFill>
            <a:srgbClr val="18A0D8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061B33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7841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FFFFFF"/>
                </a:solidFill>
                <a:latin typeface="Noto Sans TC"/>
                <a:ea typeface="Noto Sans TC"/>
              </a:rPr>
              <a:t>故事是船，</a:t>
            </a:r>
            <a:br/>
            <a:r>
              <a:rPr lang="zh-TW" sz="5600" b="1">
                <a:solidFill>
                  <a:srgbClr val="FFFFFF"/>
                </a:solidFill>
                <a:latin typeface="Noto Sans TC"/>
                <a:ea typeface="Noto Sans TC"/>
              </a:rPr>
              <a:t>證據是龍骨</a:t>
            </a:r>
          </a:p>
        </p:txBody>
      </p:sp>
      <p:sp>
        <p:nvSpPr>
          <p:cNvPr id="11780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FFFFFF"/>
                </a:solidFill>
                <a:latin typeface="Noto Sans TC"/>
                <a:ea typeface="Noto Sans TC"/>
              </a:rPr>
              <a:t>沒有證據，故事會漏水</a:t>
            </a:r>
          </a:p>
        </p:txBody>
      </p:sp>
      <p:sp>
        <p:nvSpPr>
          <p:cNvPr id="93098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18A0D8"/>
                </a:solidFill>
                <a:latin typeface="Noto Sans TC"/>
                <a:ea typeface="Noto Sans TC"/>
              </a:rPr>
              <a:t>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DCEB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0A5FB4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0A5FB4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cus8"/>
          <p:cNvSpPr/>
          <p:nvPr/>
        </p:nvSpPr>
        <p:spPr>
          <a:xfrm>
            <a:off x="5750000" y="900000"/>
            <a:ext cx="620000" cy="620000"/>
          </a:xfrm>
          <a:prstGeom prst="ellipse">
            <a:avLst/>
          </a:prstGeom>
          <a:solidFill>
            <a:srgbClr val="0A5FB4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cus9"/>
          <p:cNvSpPr/>
          <p:nvPr/>
        </p:nvSpPr>
        <p:spPr>
          <a:xfrm>
            <a:off x="5960000" y="1110000"/>
            <a:ext cx="200000" cy="200000"/>
          </a:xfrm>
          <a:prstGeom prst="ellipse">
            <a:avLst/>
          </a:prstGeom>
          <a:solidFill>
            <a:srgbClr val="0A5FB4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9586" name="title"/>
          <p:cNvSpPr txBox="1"/>
          <p:nvPr/>
        </p:nvSpPr>
        <p:spPr>
          <a:xfrm>
            <a:off x="1450000" y="210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幽默降低摩擦</a:t>
            </a:r>
          </a:p>
        </p:txBody>
      </p:sp>
      <p:sp>
        <p:nvSpPr>
          <p:cNvPr id="2555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0F2133"/>
                </a:solidFill>
                <a:latin typeface="Noto Sans TC"/>
                <a:ea typeface="Noto Sans TC"/>
              </a:rPr>
              <a:t>讓人靠近，不讓知識變形</a:t>
            </a:r>
          </a:p>
        </p:txBody>
      </p:sp>
      <p:sp>
        <p:nvSpPr>
          <p:cNvPr id="85705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0A5FB4"/>
                </a:solidFill>
                <a:latin typeface="Noto Sans TC"/>
                <a:ea typeface="Noto Sans TC"/>
              </a:rPr>
              <a:t>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B3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18A0D8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18A0D8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8"/>
          <p:cNvSpPr/>
          <p:nvPr/>
        </p:nvSpPr>
        <p:spPr>
          <a:xfrm>
            <a:off x="5050000" y="1040000"/>
            <a:ext cx="2100000" cy="36000"/>
          </a:xfrm>
          <a:prstGeom prst="rect">
            <a:avLst/>
          </a:prstGeom>
          <a:solidFill>
            <a:srgbClr val="18A0D8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hape9"/>
          <p:cNvSpPr/>
          <p:nvPr/>
        </p:nvSpPr>
        <p:spPr>
          <a:xfrm>
            <a:off x="6080000" y="620000"/>
            <a:ext cx="36000" cy="860000"/>
          </a:xfrm>
          <a:prstGeom prst="rect">
            <a:avLst/>
          </a:prstGeom>
          <a:solidFill>
            <a:srgbClr val="18A0D8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focus10"/>
          <p:cNvSpPr/>
          <p:nvPr/>
        </p:nvSpPr>
        <p:spPr>
          <a:xfrm>
            <a:off x="5930000" y="900000"/>
            <a:ext cx="330000" cy="330000"/>
          </a:xfrm>
          <a:prstGeom prst="ellipse">
            <a:avLst/>
          </a:prstGeom>
          <a:solidFill>
            <a:srgbClr val="18A0D8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061B33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5610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4800" b="1">
                <a:solidFill>
                  <a:srgbClr val="FFFFFF"/>
                </a:solidFill>
                <a:latin typeface="Noto Sans TC"/>
                <a:ea typeface="Noto Sans TC"/>
              </a:rPr>
              <a:t>承認不知道，</a:t>
            </a:r>
            <a:br/>
            <a:r>
              <a:rPr lang="zh-TW" sz="4800" b="1">
                <a:solidFill>
                  <a:srgbClr val="FFFFFF"/>
                </a:solidFill>
                <a:latin typeface="Noto Sans TC"/>
                <a:ea typeface="Noto Sans TC"/>
              </a:rPr>
              <a:t>是判斷力的開始</a:t>
            </a:r>
          </a:p>
        </p:txBody>
      </p:sp>
      <p:sp>
        <p:nvSpPr>
          <p:cNvPr id="31606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FFFFFF"/>
                </a:solidFill>
                <a:latin typeface="Noto Sans TC"/>
                <a:ea typeface="Noto Sans TC"/>
              </a:rPr>
              <a:t>流暢不等於正確</a:t>
            </a:r>
          </a:p>
        </p:txBody>
      </p:sp>
      <p:sp>
        <p:nvSpPr>
          <p:cNvPr id="74280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18A0D8"/>
                </a:solidFill>
                <a:latin typeface="Noto Sans TC"/>
                <a:ea typeface="Noto Sans TC"/>
              </a:rPr>
              <a:t>19/22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DCEB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0A5FB4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0A5FB4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cus8"/>
          <p:cNvSpPr/>
          <p:nvPr/>
        </p:nvSpPr>
        <p:spPr>
          <a:xfrm>
            <a:off x="5750000" y="900000"/>
            <a:ext cx="620000" cy="620000"/>
          </a:xfrm>
          <a:prstGeom prst="ellipse">
            <a:avLst/>
          </a:prstGeom>
          <a:solidFill>
            <a:srgbClr val="0A5FB4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cus9"/>
          <p:cNvSpPr/>
          <p:nvPr/>
        </p:nvSpPr>
        <p:spPr>
          <a:xfrm>
            <a:off x="5960000" y="1110000"/>
            <a:ext cx="200000" cy="200000"/>
          </a:xfrm>
          <a:prstGeom prst="ellipse">
            <a:avLst/>
          </a:prstGeom>
          <a:solidFill>
            <a:srgbClr val="0A5FB4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F8FB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9837" name="title"/>
          <p:cNvSpPr txBox="1"/>
          <p:nvPr/>
        </p:nvSpPr>
        <p:spPr>
          <a:xfrm>
            <a:off x="1450000" y="185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重新取得</a:t>
            </a:r>
            <a:br/>
            <a:r>
              <a:rPr lang="zh-TW" sz="5600" b="1">
                <a:solidFill>
                  <a:srgbClr val="0F2133"/>
                </a:solidFill>
                <a:latin typeface="Noto Sans TC"/>
                <a:ea typeface="Noto Sans TC"/>
              </a:rPr>
              <a:t>提問的權利</a:t>
            </a:r>
          </a:p>
        </p:txBody>
      </p:sp>
      <p:sp>
        <p:nvSpPr>
          <p:cNvPr id="93295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0F2133"/>
                </a:solidFill>
                <a:latin typeface="Noto Sans TC"/>
                <a:ea typeface="Noto Sans TC"/>
              </a:rPr>
              <a:t>你可以從粗糙的問題開始</a:t>
            </a:r>
          </a:p>
        </p:txBody>
      </p:sp>
      <p:sp>
        <p:nvSpPr>
          <p:cNvPr id="68536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0A5FB4"/>
                </a:solidFill>
                <a:latin typeface="Noto Sans TC"/>
                <a:ea typeface="Noto Sans TC"/>
              </a:rPr>
              <a:t>20/22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FF7A1A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FF7A1A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cus8"/>
          <p:cNvSpPr/>
          <p:nvPr/>
        </p:nvSpPr>
        <p:spPr>
          <a:xfrm>
            <a:off x="5600000" y="850000"/>
            <a:ext cx="520000" cy="520000"/>
          </a:xfrm>
          <a:prstGeom prst="ellipse">
            <a:avLst/>
          </a:prstGeom>
          <a:solidFill>
            <a:srgbClr val="FF7A1A">
              <a:alpha val="9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cus9"/>
          <p:cNvSpPr/>
          <p:nvPr/>
        </p:nvSpPr>
        <p:spPr>
          <a:xfrm>
            <a:off x="5450000" y="1180000"/>
            <a:ext cx="820000" cy="820000"/>
          </a:xfrm>
          <a:prstGeom prst="ellipse">
            <a:avLst/>
          </a:prstGeom>
          <a:solidFill>
            <a:srgbClr val="FF7A1A">
              <a:alpha val="2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07111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5294" name="title"/>
          <p:cNvSpPr txBox="1"/>
          <p:nvPr/>
        </p:nvSpPr>
        <p:spPr>
          <a:xfrm>
            <a:off x="1450000" y="210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F8FBFF"/>
                </a:solidFill>
                <a:latin typeface="Noto Sans TC"/>
                <a:ea typeface="Noto Sans TC"/>
              </a:rPr>
              <a:t>回到那個房間</a:t>
            </a:r>
          </a:p>
        </p:txBody>
      </p:sp>
      <p:sp>
        <p:nvSpPr>
          <p:cNvPr id="59340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F8FBFF"/>
                </a:solidFill>
                <a:latin typeface="Noto Sans TC"/>
                <a:ea typeface="Noto Sans TC"/>
              </a:rPr>
              <a:t>你對自己的判決，證據不足</a:t>
            </a:r>
          </a:p>
        </p:txBody>
      </p:sp>
      <p:sp>
        <p:nvSpPr>
          <p:cNvPr id="49079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FF7A1A"/>
                </a:solidFill>
                <a:latin typeface="Noto Sans TC"/>
                <a:ea typeface="Noto Sans TC"/>
              </a:rPr>
              <a:t>21/22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cus6"/>
          <p:cNvSpPr/>
          <p:nvPr/>
        </p:nvSpPr>
        <p:spPr>
          <a:xfrm>
            <a:off x="-1150000" y="-1050000"/>
            <a:ext cx="3000000" cy="300000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ocus7"/>
          <p:cNvSpPr/>
          <p:nvPr/>
        </p:nvSpPr>
        <p:spPr>
          <a:xfrm>
            <a:off x="10342000" y="4908000"/>
            <a:ext cx="2700000" cy="270000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ocus8"/>
          <p:cNvSpPr/>
          <p:nvPr/>
        </p:nvSpPr>
        <p:spPr>
          <a:xfrm>
            <a:off x="5600000" y="850000"/>
            <a:ext cx="520000" cy="520000"/>
          </a:xfrm>
          <a:prstGeom prst="ellipse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cus9"/>
          <p:cNvSpPr/>
          <p:nvPr/>
        </p:nvSpPr>
        <p:spPr>
          <a:xfrm>
            <a:off x="5450000" y="1180000"/>
            <a:ext cx="820000" cy="820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18"/>
          <p:cNvSpPr/>
          <p:nvPr/>
        </p:nvSpPr>
        <p:spPr>
          <a:xfrm>
            <a:off x="1320000" y="1600000"/>
            <a:ext cx="9552000" cy="3000000"/>
          </a:xfrm>
          <a:prstGeom prst="rect">
            <a:avLst/>
          </a:prstGeom>
          <a:solidFill>
            <a:srgbClr val="0A4F9E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9963" name="title"/>
          <p:cNvSpPr txBox="1"/>
          <p:nvPr/>
        </p:nvSpPr>
        <p:spPr>
          <a:xfrm>
            <a:off x="1450000" y="2100000"/>
            <a:ext cx="9300000" cy="15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5600" b="1">
                <a:solidFill>
                  <a:srgbClr val="FFFFFF"/>
                </a:solidFill>
                <a:latin typeface="Noto Sans TC"/>
                <a:ea typeface="Noto Sans TC"/>
              </a:rPr>
              <a:t>回到那場火</a:t>
            </a:r>
          </a:p>
        </p:txBody>
      </p:sp>
      <p:sp>
        <p:nvSpPr>
          <p:cNvPr id="32696" name="subtitle"/>
          <p:cNvSpPr txBox="1"/>
          <p:nvPr/>
        </p:nvSpPr>
        <p:spPr>
          <a:xfrm>
            <a:off x="2400000" y="4240000"/>
            <a:ext cx="7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zh-TW" sz="2200" b="0">
                <a:solidFill>
                  <a:srgbClr val="FFFFFF"/>
                </a:solidFill>
                <a:latin typeface="Noto Sans TC"/>
                <a:ea typeface="Noto Sans TC"/>
              </a:rPr>
              <a:t>燒掉考卷的火，後來變成我追問世界的火</a:t>
            </a:r>
          </a:p>
        </p:txBody>
      </p:sp>
      <p:sp>
        <p:nvSpPr>
          <p:cNvPr id="60818" name="num"/>
          <p:cNvSpPr txBox="1"/>
          <p:nvPr/>
        </p:nvSpPr>
        <p:spPr>
          <a:xfrm>
            <a:off x="10300000" y="4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zh-TW" sz="1200" b="1">
                <a:solidFill>
                  <a:srgbClr val="FFFFFF"/>
                </a:solidFill>
                <a:latin typeface="Noto Sans TC"/>
                <a:ea typeface="Noto Sans TC"/>
              </a:rP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ntral Science">
  <a:themeElements>
    <a:clrScheme name="Central">
      <a:dk1>
        <a:srgbClr val="0F2133"/>
      </a:dk1>
      <a:lt1>
        <a:srgbClr val="FFFFFF"/>
      </a:lt1>
      <a:dk2>
        <a:srgbClr val="061B33"/>
      </a:dk2>
      <a:lt2>
        <a:srgbClr val="F8FBFF"/>
      </a:lt2>
      <a:accent1>
        <a:srgbClr val="0A5FB4"/>
      </a:accent1>
      <a:accent2>
        <a:srgbClr val="18A0D8"/>
      </a:accent2>
      <a:accent3>
        <a:srgbClr val="FF7A1A"/>
      </a:accent3>
      <a:accent4>
        <a:srgbClr val="00A7C4"/>
      </a:accent4>
      <a:accent5>
        <a:srgbClr val="1D4ED8"/>
      </a:accent5>
      <a:accent6>
        <a:srgbClr val="EAF3FF"/>
      </a:accent6>
      <a:hlink>
        <a:srgbClr val="0069C9"/>
      </a:hlink>
      <a:folHlink>
        <a:srgbClr val="0069C9"/>
      </a:folHlink>
    </a:clrScheme>
    <a:fontScheme name="Noto">
      <a:majorFont>
        <a:latin typeface="Noto Sans TC"/>
        <a:ea typeface="Noto Sans TC"/>
      </a:majorFont>
      <a:minorFont>
        <a:latin typeface="Noto Sans TC"/>
        <a:ea typeface="Noto Sans TC"/>
      </a:minorFont>
    </a:fontScheme>
    <a:fmtScheme name="clean">
      <a:fillStyleLst/>
      <a:lnStyleLst/>
      <a:effectStyleLst/>
      <a:bgFillStyleLst/>
    </a:fmtScheme>
  </a:themeElements>
</a:theme>
</file>